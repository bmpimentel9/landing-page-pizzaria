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Avena Sativa</c:v>
                </c:pt>
              </c:strCache>
            </c:strRef>
          </c:tx>
          <c:spPr>
            <a:solidFill>
              <a:srgbClr val="FF6B6B"/>
            </a:solidFill>
            <a:ln w="25400" cap="flat">
              <a:solidFill>
                <a:srgbClr val="FF6B6B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8"/>
            <c:spPr>
              <a:solidFill>
                <a:srgbClr val="FF6B6B"/>
              </a:solidFill>
              <a:ln w="9525" cap="flat">
                <a:solidFill>
                  <a:srgbClr val="FF6B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Data</c:v>
                  </c:pt>
                  <c:pt idx="1">
                    <c:v>SEO</c:v>
                  </c:pt>
                  <c:pt idx="2">
                    <c:v>Mídia</c:v>
                  </c:pt>
                  <c:pt idx="3">
                    <c:v>Social</c:v>
                  </c:pt>
                  <c:pt idx="4">
                    <c:v>CRM</c:v>
                  </c:pt>
                  <c:pt idx="5">
                    <c:v>Tech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5</c:v>
                </c:pt>
                <c:pt idx="2">
                  <c:v>3</c:v>
                </c:pt>
                <c:pt idx="3">
                  <c:v>6</c:v>
                </c:pt>
                <c:pt idx="4">
                  <c:v>3</c:v>
                </c:pt>
                <c:pt idx="5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41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MATURIDADE DIGITAL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Farmácia Avena Sativa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Consultoria Gratuita | Janeiro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 COMPANY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Transformando negócios através do marketing digital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 DE MATURIDADE DIGITAL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Geral: 4.5/10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45720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303520" y="1371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Analytics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772400" y="1371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4/10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303520" y="1874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0" y="1874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5/10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303520" y="2377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Performance/Mídia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0" y="2377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3/10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303520" y="2880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772400" y="2880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6/10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303520" y="3383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&amp; Automação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772400" y="33832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3/10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303520" y="3886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&amp; Inovação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772400" y="3886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5/10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74320" y="46634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Scores baseados em análise de dados públicos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41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DIAGNÓSTICO: DATA &amp; ANALYTICS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200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36576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Ferramenta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Observação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Analytics 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 Não detectado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Recomendado implementar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Tag Manager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 Não detectado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Essencial para tracking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 Pixel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 Não detectado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Necessário para remarketing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Ads Tag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 Não detectado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 campanhas de busca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CRM Integration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 Não identificado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Integrar com automação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Hotjar/Clarity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Ausente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 análise de UX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4/10 | Oportunidade: Implementar stack de tracking completo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KEYWORDS TRANSACIONAIS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Oportunidades de busca no setor de manipulação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291840"/>
        </p:xfrm>
        <a:graphic>
          <a:graphicData uri="http://schemas.openxmlformats.org/drawingml/2006/table">
            <a:tbl>
              <a:tblPr/>
              <a:tblGrid>
                <a:gridCol w="3200400"/>
                <a:gridCol w="1645920"/>
                <a:gridCol w="1645920"/>
                <a:gridCol w="17373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Keyword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Volume/mês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CPC Est.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Intenção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farmácia de manipulação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40.500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R$ 2,80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Transacional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farmácia de manipulação perto de mim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R$ 3,20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manipulação de medicamentos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R$ 2,50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Informacional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fórmula manipulada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6.600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R$ 2,40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Transacional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farmácia de manipulação online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R$ 3,50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Transacional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dermocosméticos manipulados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R$ 2,90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Transacional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suplementos manipulados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R$ 2,60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Transacional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homeopatia manipulação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R$ 2,20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Transacional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6634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Estimativas baseadas em dados públicos de pesquisa (Google Keyword Planner benchmarks)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41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CONCORRÊNCIA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22860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Player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Presença Digital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Força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Oportunidade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Farmafórmula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Alta (160+ lojas)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Escala nacional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Personalização local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Pharmapele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Média-Alta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E-commerce forte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Atendimento humano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Fórmula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Franquia conhecida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Diferenciação técnica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Avena Sativa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Baixa-Média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 anos tradição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Digital + Tradição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Posicionamento Sugerido: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"Farmácia de manipulação com 38 anos de tradição em Itajubá + presença digital moderna"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Combinar autoridade local com estratégias digitais para competir com grandes redes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TRADICIONAL + GEO (IA)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Tradicional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Otimização de meta tags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Conteúdo para keywords locais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Google Meu Negócio otimizado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Schema markup (LocalBusiness)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Velocidade do site (Core Web Vitals)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84632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 (Generative Engine Optimization)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846320" y="137160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Aparecer em respostas do ChatGPT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Citações em Google AI Overview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Conteúdo estruturado para LLMs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E-E-A-T (Experiência, Expertise)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Dados estruturados avançados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SEO: 5/10 | Oportunidade GEO: Alta (poucos concorrentes investindo)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41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&amp; AUTOMAÇÃO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Diagnóstico: CRM não identificado via análise externa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de Automação Recomendado: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8229600" cy="2468880"/>
        </p:xfrm>
        <a:graphic>
          <a:graphicData uri="http://schemas.openxmlformats.org/drawingml/2006/table">
            <a:tbl>
              <a:tblPr/>
              <a:tblGrid>
                <a:gridCol w="1371600"/>
                <a:gridCol w="3200400"/>
                <a:gridCol w="36576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Etapa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Objetivo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Captura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Pop-up com desconto 10%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Coletar email/WhatsApp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Boas-vindas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 automático + cupom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Primeira conversão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Dia 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Conteúdo educativo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Nutrir relacionamento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 Dia 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Oferta personalizada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Reativação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 Dia 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Lembrete de recompra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Recorrência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3/10 | Potencial: Automação pode aumentar LTV em 40-60%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PANORAMA SOCIAL MEDIA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22860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2057400"/>
                <a:gridCol w="20574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Seguidores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Engajamento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Instagram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Verificado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7.251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Moderado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Facebook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 Provável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~5.000*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Baixo estimado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LinkedIn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Identificado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Empresa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Corporativo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YouTube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Não encontrado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TikTok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Não encontrado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Oportunidades Identificadas: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Reels educativos sobre manipulação    • Depoimentos de clientes    • Bastidores da farmácia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6/10 | Instagram é o canal mais forte - potencial de expansão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74320" y="46634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Dados estimados. Verificação necessária para confirmar perfis oficiais.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41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DE AÇÃO: 5 QUICK WINS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2468880"/>
        </p:xfrm>
        <a:graphic>
          <a:graphicData uri="http://schemas.openxmlformats.org/drawingml/2006/table">
            <a:tbl>
              <a:tblPr/>
              <a:tblGrid>
                <a:gridCol w="548640"/>
                <a:gridCol w="4023360"/>
                <a:gridCol w="1371600"/>
                <a:gridCol w="22860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Ação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Prazo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Implementar GA4 + GTM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semana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Otimizar Google Meu Negócio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dias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Criar fluxo de email welcome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semanas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Campanha Google Ads local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semana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Conteúdo SEO para keywords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Contínuo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Esperado: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Aumento de visibilidade digital em 60-90 dias com ROI mensurável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274320" y="46634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Resultados dependem de execução e fatores de mercado. Baseado em benchmarks de empresas similares.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41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0" y="2011680"/>
            <a:ext cx="4572000" cy="1097280"/>
          </a:xfrm>
          <a:prstGeom prst="round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0" y="2148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AGENDAR REUNIÃO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0" y="2606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completo em 30 minutos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Email: contato@v4company.com    |    Website: v4company.com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 COMPANY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Transformando negócios através do marketing digital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46634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Dados estimados baseados em fontes públicas. Diagnóstico completo requer acesso às ferramentas e contas da empresa.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V4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Análise de Maturidade Digital - Farmácia Avena Sativa</dc:title>
  <dc:subject>Consultoria Gratuita</dc:subject>
  <dc:creator>V4 Company</dc:creator>
  <cp:lastModifiedBy>V4 Company</cp:lastModifiedBy>
  <cp:revision>1</cp:revision>
  <dcterms:created xsi:type="dcterms:W3CDTF">2026-01-20T15:09:12Z</dcterms:created>
  <dcterms:modified xsi:type="dcterms:W3CDTF">2026-01-20T15:09:12Z</dcterms:modified>
</cp:coreProperties>
</file>