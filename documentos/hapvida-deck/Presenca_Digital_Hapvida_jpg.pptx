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11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lide-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Apresentação na tela (16:9)</PresentationFormat>
  <Paragraphs>22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Hapvida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Presença Digital Hapvida</dc:title>
  <dc:subject>Competitive Intelligence &amp; Digital Strategy</dc:subject>
  <dc:creator>Hapvida Digital Team</dc:creator>
  <cp:lastModifiedBy>Bruno Pimentel</cp:lastModifiedBy>
  <cp:revision>2</cp:revision>
  <dcterms:created xsi:type="dcterms:W3CDTF">2026-01-21T14:15:30Z</dcterms:created>
  <dcterms:modified xsi:type="dcterms:W3CDTF">2026-01-21T15:29:00Z</dcterms:modified>
</cp:coreProperties>
</file>